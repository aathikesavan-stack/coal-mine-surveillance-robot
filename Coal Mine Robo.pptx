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66" r:id="rId5"/>
    <p:sldId id="259" r:id="rId6"/>
    <p:sldId id="267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503" autoAdjust="0"/>
  </p:normalViewPr>
  <p:slideViewPr>
    <p:cSldViewPr snapToGrid="0">
      <p:cViewPr varScale="1">
        <p:scale>
          <a:sx n="64" d="100"/>
          <a:sy n="64" d="100"/>
        </p:scale>
        <p:origin x="7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BC44A-D223-6687-3E5A-EF83CCC1C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80EED-DD18-B7FF-18AF-75BFDA3FA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13E86-27EF-AF67-F0E8-E4109A66A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04E66-CA99-273D-CD9C-432D53ED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D44A7-B9FE-0CED-B2C8-F41BBE985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6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AAA6F-2E09-5B09-300B-E948D9FD6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42D9F-E6E3-1213-1250-977ACC83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304EB-B2A5-F156-B0B3-F751BDC6C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626DF-797F-B358-EF24-C54973B60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E5584-45A9-D06A-2560-1DAFB6856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0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A773-13FE-FBCE-FC41-6D9925C0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4A4F1-A771-8D6D-D5CF-5A6381605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9B254-7B60-5AE0-89B4-90F7B3BB5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713AF-B942-F475-F44A-245867A5D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90B25-B267-0D5E-FE66-77A76551E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54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58E72-B087-617D-AF04-06D0A8043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62061-1A69-D03A-33C4-F1E716AD6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99BDF-D2BF-CC5C-0EAE-8A8B84F1C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47610-2029-9DF2-C406-B356D2561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45AB7-88D0-191A-04DB-75219653D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3B8F3-BDA1-A728-4506-A81F5099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96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EEB0F-C350-629B-0282-74B44F2E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1D550-F873-7EAC-D2ED-80F78D76E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6D0BD-9E2E-E26F-C935-C2C2C310F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A16CE0-9AD2-6ED5-EEFA-CA08A07FB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F55EB2-32C2-9AF6-BFB9-4F24D97D60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7C9AC1-DCB0-6966-8AFB-1C21B84DC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AB687D-1EEE-2736-6CF1-3966EFB1D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F6B3C8-A6B2-DD16-EB9C-5F48D049F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49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665CD-8AA4-DE07-3953-C4D9399D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D27183-4801-764F-7F9C-CE69EEA8A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DEC16-E4DA-2D02-F56F-31FAAB9F7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278973-C5A6-759D-D9BE-CB8D03D5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9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4373C0-EAEC-50BB-FA05-347B46A36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08E017-C39B-1D7B-1714-CCACE814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E00BB-C5F1-2083-E663-D99F3629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3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405E3-8645-2132-D9A2-C96D9F55F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5ACB7-926F-CAAD-FADF-6F1B94C6D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2275F-361C-8EB5-CBB5-4A4455334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6F832-80C5-15C1-1306-75E6396A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1B873-BABE-7BB2-859F-9066943B7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3E9B2-C5EC-7249-F73E-AA372A09F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15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F8433-A88E-88C2-69C6-C3461B463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E4E36-FF67-F4B8-31B5-67BAC36EB0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886D9-58FF-8458-380C-FE01E6B74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14492-9C9F-0773-443B-362366A33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06766-46BE-373D-E9E1-FA391D1A0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08119-E016-9A86-33D8-44C3CDA97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81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F970A-365B-B5F6-C05A-C841A389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5BE994-8DB2-3D32-DC48-9CD35C2B9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A3217-6FE1-829E-6FCE-F2E3E4B80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9A830-D0FA-C5BB-356A-A4672EBF9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9CBC4-AEE8-D6B7-8A31-A3537839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096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4D1AFE-181C-6884-1527-E847931A8B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FC9EB-C8C0-12FD-5A32-950A19135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577A9-7053-D4D5-7BC9-348E401B9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8094-7020-4453-B782-48D18C39804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CC51E-6BA5-FF04-7FE8-7526F6227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0BF01-EF09-02F7-E4A7-A38E2D59E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37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08A01-0E9F-D98D-F36E-335E4E958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8CCD5-6E6D-537E-E02B-9BFA0C092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B7DEE-B73C-B1B8-8C57-D3175D9F9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08094-7020-4453-B782-48D18C39804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6E4B7-492A-C477-90D0-438B157F7A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33220-9DB2-85B2-95FB-716A20544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0F5B5-209B-459E-8987-B927A46F7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7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2067332"/>
            <a:ext cx="9144000" cy="16557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Coal Mine Safety Robot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3004" y="4294474"/>
            <a:ext cx="2563091" cy="1655762"/>
          </a:xfrm>
        </p:spPr>
        <p:txBody>
          <a:bodyPr>
            <a:noAutofit/>
          </a:bodyPr>
          <a:lstStyle/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AATHIKESAVAN B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NANDHA RJ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NAVEENKUMAR K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DEEPAK K 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III-YEAR ECE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444BD8-C2CD-4FF2-F5D4-C4581BD4F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84" r="8130" b="-4323"/>
          <a:stretch>
            <a:fillRect/>
          </a:stretch>
        </p:blipFill>
        <p:spPr>
          <a:xfrm>
            <a:off x="130628" y="162150"/>
            <a:ext cx="11930743" cy="165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717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14CE58-C471-AC5A-2D19-CDC625D2E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443" y="1824718"/>
            <a:ext cx="4695825" cy="439102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46E406-4181-55BB-95F3-1DF8DFFE1582}"/>
              </a:ext>
            </a:extLst>
          </p:cNvPr>
          <p:cNvSpPr/>
          <p:nvPr/>
        </p:nvSpPr>
        <p:spPr>
          <a:xfrm>
            <a:off x="594732" y="1650547"/>
            <a:ext cx="5954486" cy="46992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41585B-8F6B-1CFB-1260-D61B8C8B6B7D}"/>
              </a:ext>
            </a:extLst>
          </p:cNvPr>
          <p:cNvSpPr txBox="1"/>
          <p:nvPr/>
        </p:nvSpPr>
        <p:spPr>
          <a:xfrm>
            <a:off x="796118" y="2281293"/>
            <a:ext cx="555171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Coal mining is one of the most dangerous industries in the world.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Workers inside mines face serious risks such as toxic gas leakage, poor visibility, and tunnel collapse.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of underground conditions is difficult and unsafe.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solve this problem, we developed an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based autonomous coal mine monitoring robot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can detect gases, avoid obstacles, and provide live video streaming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53994C-E3F8-0BAF-1A3C-CE1FEAEFE341}"/>
              </a:ext>
            </a:extLst>
          </p:cNvPr>
          <p:cNvSpPr txBox="1"/>
          <p:nvPr/>
        </p:nvSpPr>
        <p:spPr>
          <a:xfrm>
            <a:off x="6825343" y="1307634"/>
            <a:ext cx="2340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Prototype:</a:t>
            </a:r>
          </a:p>
        </p:txBody>
      </p:sp>
    </p:spTree>
    <p:extLst>
      <p:ext uri="{BB962C8B-B14F-4D97-AF65-F5344CB8AC3E}">
        <p14:creationId xmlns:p14="http://schemas.microsoft.com/office/powerpoint/2010/main" val="120834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FA76DC-805F-BFE0-EF4E-9A0D0BC49102}"/>
              </a:ext>
            </a:extLst>
          </p:cNvPr>
          <p:cNvSpPr/>
          <p:nvPr/>
        </p:nvSpPr>
        <p:spPr>
          <a:xfrm>
            <a:off x="424542" y="397328"/>
            <a:ext cx="5246915" cy="6139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94F6ED-84E8-6748-AEBA-8CB5D13849F0}"/>
              </a:ext>
            </a:extLst>
          </p:cNvPr>
          <p:cNvSpPr/>
          <p:nvPr/>
        </p:nvSpPr>
        <p:spPr>
          <a:xfrm>
            <a:off x="6324600" y="402770"/>
            <a:ext cx="5246915" cy="6139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517DAE-CD46-FB0C-3090-088FBA8112DC}"/>
              </a:ext>
            </a:extLst>
          </p:cNvPr>
          <p:cNvSpPr txBox="1"/>
          <p:nvPr/>
        </p:nvSpPr>
        <p:spPr>
          <a:xfrm>
            <a:off x="707571" y="1164772"/>
            <a:ext cx="4833258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endParaRPr lang="en-IN" sz="30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Coal mines contain dangerous gases like </a:t>
            </a: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Methane (CH₄)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 Monoxide (CO)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gases can cause: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Explosions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Suffocation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Fatal accidents</a:t>
            </a:r>
          </a:p>
          <a:p>
            <a:pPr algn="just"/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inspection inside deep tunnels is risky.</a:t>
            </a:r>
          </a:p>
          <a:p>
            <a:pPr algn="just"/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</a:t>
            </a: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 monitoring robotic system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required to ensure miner safety.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BC777-5B9C-6394-EFF3-FE4181B2802B}"/>
              </a:ext>
            </a:extLst>
          </p:cNvPr>
          <p:cNvSpPr txBox="1"/>
          <p:nvPr/>
        </p:nvSpPr>
        <p:spPr>
          <a:xfrm>
            <a:off x="6520544" y="1317171"/>
            <a:ext cx="4963885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Project:</a:t>
            </a:r>
          </a:p>
          <a:p>
            <a:pPr algn="just"/>
            <a:endParaRPr lang="en-US" sz="30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this project are:</a:t>
            </a:r>
          </a:p>
          <a:p>
            <a:pPr algn="just"/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Detect harmful gases inside coal mines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Provide live video monitoring of underground tunnels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Detect obstacles automatically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Support both </a:t>
            </a: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control and autonomous navigation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Alert when gas concentration exceeds safety limits</a:t>
            </a:r>
          </a:p>
        </p:txBody>
      </p:sp>
    </p:spTree>
    <p:extLst>
      <p:ext uri="{BB962C8B-B14F-4D97-AF65-F5344CB8AC3E}">
        <p14:creationId xmlns:p14="http://schemas.microsoft.com/office/powerpoint/2010/main" val="243679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DF7AA-9E59-DB55-0595-93B82B8BD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E467193-88B3-CCE2-92D8-5AA387985167}"/>
              </a:ext>
            </a:extLst>
          </p:cNvPr>
          <p:cNvSpPr/>
          <p:nvPr/>
        </p:nvSpPr>
        <p:spPr>
          <a:xfrm>
            <a:off x="424542" y="397328"/>
            <a:ext cx="5246915" cy="6139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E247627-13FE-A139-139B-160E893C668B}"/>
              </a:ext>
            </a:extLst>
          </p:cNvPr>
          <p:cNvSpPr/>
          <p:nvPr/>
        </p:nvSpPr>
        <p:spPr>
          <a:xfrm>
            <a:off x="6324600" y="402770"/>
            <a:ext cx="5246915" cy="6139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B7F36C-26A7-8097-9AA1-11F5371FECAD}"/>
              </a:ext>
            </a:extLst>
          </p:cNvPr>
          <p:cNvSpPr txBox="1"/>
          <p:nvPr/>
        </p:nvSpPr>
        <p:spPr>
          <a:xfrm>
            <a:off x="6738257" y="766359"/>
            <a:ext cx="4593772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Components:</a:t>
            </a:r>
          </a:p>
          <a:p>
            <a:endParaRPr lang="en-IN" sz="30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consists of the following components:</a:t>
            </a:r>
          </a:p>
          <a:p>
            <a:r>
              <a:rPr lang="en-IN" sz="19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</a:t>
            </a:r>
            <a:b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ESP32</a:t>
            </a:r>
          </a:p>
          <a:p>
            <a:r>
              <a:rPr lang="en-IN" sz="19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b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MQ-4 Gas Sensor (Methane detection)</a:t>
            </a:r>
            <a:b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MQ-7 Gas Sensor (Carbon Monoxide detection)</a:t>
            </a:r>
            <a:b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HC-SR04 Ultrasonic Sensor (Obstacle detection)</a:t>
            </a:r>
          </a:p>
          <a:p>
            <a:r>
              <a:rPr lang="en-IN" sz="19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</a:t>
            </a:r>
            <a:b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ESP32-CAM for live video streaming</a:t>
            </a:r>
          </a:p>
          <a:p>
            <a:r>
              <a:rPr lang="en-IN" sz="19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System</a:t>
            </a:r>
            <a:b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L298N Motor Driver</a:t>
            </a:r>
            <a:b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DC Motors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2882B1-6DF1-7A51-1080-CE6BEEB9A312}"/>
              </a:ext>
            </a:extLst>
          </p:cNvPr>
          <p:cNvSpPr txBox="1"/>
          <p:nvPr/>
        </p:nvSpPr>
        <p:spPr>
          <a:xfrm>
            <a:off x="838199" y="766359"/>
            <a:ext cx="4833258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System:</a:t>
            </a:r>
          </a:p>
          <a:p>
            <a:endParaRPr lang="en-US" sz="30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traditional mining systems:</a:t>
            </a: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Gas monitoring is done using </a:t>
            </a: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sensors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Workers manually inspect tunnels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Limited remote monitoring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No real-time visual inspection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High risk for human workers</a:t>
            </a:r>
          </a:p>
          <a:p>
            <a:endParaRPr lang="en-US" sz="1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Slow response to hazards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Human safety is compromised</a:t>
            </a:r>
            <a:b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Limited automation</a:t>
            </a:r>
          </a:p>
        </p:txBody>
      </p:sp>
    </p:spTree>
    <p:extLst>
      <p:ext uri="{BB962C8B-B14F-4D97-AF65-F5344CB8AC3E}">
        <p14:creationId xmlns:p14="http://schemas.microsoft.com/office/powerpoint/2010/main" val="3707694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1F434B-7923-DA4D-958E-88E14415C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886" y="1349828"/>
            <a:ext cx="6466114" cy="550817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E1419B1-EB56-F529-6FDD-E35345229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&amp; Methodology: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F197BB-97EF-B38D-7FF2-1206CE8DDE03}"/>
              </a:ext>
            </a:extLst>
          </p:cNvPr>
          <p:cNvSpPr/>
          <p:nvPr/>
        </p:nvSpPr>
        <p:spPr>
          <a:xfrm>
            <a:off x="685800" y="1690688"/>
            <a:ext cx="5040086" cy="48021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073EA4-190F-0158-6003-6272895464E0}"/>
              </a:ext>
            </a:extLst>
          </p:cNvPr>
          <p:cNvSpPr txBox="1"/>
          <p:nvPr/>
        </p:nvSpPr>
        <p:spPr>
          <a:xfrm>
            <a:off x="968829" y="1977101"/>
            <a:ext cx="4778829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system operation:</a:t>
            </a:r>
          </a:p>
          <a:p>
            <a:endParaRPr lang="en-US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connects to </a:t>
            </a:r>
            <a:r>
              <a:rPr lang="en-US" sz="19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network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 continuously monitor environmental conditions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 data is sent to the web dashboard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provides live video streaming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 can be controlled manually using the web interface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auto mode, robot navigates automatically</a:t>
            </a:r>
          </a:p>
          <a:p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dangerous gas levels are detected, warning signals are triggered.</a:t>
            </a:r>
          </a:p>
          <a:p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55899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157F4-EC4D-05C5-7D98-9C59B545A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BBD176-5C19-EA10-F7D3-6BD8BA56C69F}"/>
              </a:ext>
            </a:extLst>
          </p:cNvPr>
          <p:cNvSpPr/>
          <p:nvPr/>
        </p:nvSpPr>
        <p:spPr>
          <a:xfrm>
            <a:off x="293913" y="359228"/>
            <a:ext cx="11299372" cy="6139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B1DC8B-DE71-5559-D6D6-FF3C247FA76C}"/>
              </a:ext>
            </a:extLst>
          </p:cNvPr>
          <p:cNvSpPr txBox="1"/>
          <p:nvPr/>
        </p:nvSpPr>
        <p:spPr>
          <a:xfrm>
            <a:off x="1055915" y="1321529"/>
            <a:ext cx="418011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endParaRPr lang="en-US" sz="30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Improves miner safety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monitoring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Reduces human risk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Autonomous navigation capability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Low-cost solution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Easy remote monitoring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952589-1D73-08A7-7A21-4B2180CC1F03}"/>
              </a:ext>
            </a:extLst>
          </p:cNvPr>
          <p:cNvCxnSpPr>
            <a:cxnSpLocks/>
          </p:cNvCxnSpPr>
          <p:nvPr/>
        </p:nvCxnSpPr>
        <p:spPr>
          <a:xfrm>
            <a:off x="5486399" y="359228"/>
            <a:ext cx="0" cy="61395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EAB5A0C-AD3D-8618-B03A-DBB7B9AF386A}"/>
              </a:ext>
            </a:extLst>
          </p:cNvPr>
          <p:cNvSpPr txBox="1"/>
          <p:nvPr/>
        </p:nvSpPr>
        <p:spPr>
          <a:xfrm>
            <a:off x="5943599" y="1321529"/>
            <a:ext cx="571500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Implementation:</a:t>
            </a:r>
          </a:p>
          <a:p>
            <a:endParaRPr lang="en-US" sz="38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can be further improved by adding: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AI based gas prediction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Thermal camera for fire detection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GPS or indoor localization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Machine learning for tunnel mapping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LoRa communication for deep mines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improvements can make the system more advanced and reliable.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983A3E-A5CD-2D7F-A013-EA360F664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2144" y="4732813"/>
            <a:ext cx="3973285" cy="197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74662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DA6260-CB46-81D1-0708-626B83D373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379" y="2612571"/>
            <a:ext cx="5793242" cy="424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197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</TotalTime>
  <Words>459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AI-Based Coal Mine Safety Robot</vt:lpstr>
      <vt:lpstr>INTRODUCTION:</vt:lpstr>
      <vt:lpstr>PowerPoint Presentation</vt:lpstr>
      <vt:lpstr>PowerPoint Presentation</vt:lpstr>
      <vt:lpstr>Block Diagram &amp; Methodology: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STEGANOGRAPHY</dc:title>
  <dc:creator>AATHIK7</dc:creator>
  <cp:lastModifiedBy>32. AATHIKESAVAN B</cp:lastModifiedBy>
  <cp:revision>27</cp:revision>
  <dcterms:created xsi:type="dcterms:W3CDTF">2025-10-09T07:29:16Z</dcterms:created>
  <dcterms:modified xsi:type="dcterms:W3CDTF">2026-03-22T18:16:03Z</dcterms:modified>
</cp:coreProperties>
</file>